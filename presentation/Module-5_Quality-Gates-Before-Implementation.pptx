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1094415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Quality Gates Before Implementation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548640" y="4206240"/>
            <a:ext cx="2011680" cy="0"/>
          </a:xfrm>
          <a:prstGeom prst="line">
            <a:avLst/>
          </a:prstGeom>
          <a:noFill/>
          <a:ln w="38100">
            <a:solidFill>
              <a:srgbClr val="C050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434840"/>
            <a:ext cx="1018001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problems while the artifacts are still cheap to change, not after code exists.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You'll Learn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25880" y="150876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and use a requirements-quality checklist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02920" cy="502920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246888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cross-artifact consistency analysis before code is written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7472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474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342900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token/cost usage and place security, compliance, and coverage checks as gates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ONE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Checklist: "Unit Tests for Requirements"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230428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checklist validates the spec itself (is it complete, clear, unambiguous, and consistent) before a single line of code exists.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06908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69080"/>
            <a:ext cx="73152" cy="230428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14223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as testing the requirement, not the implementation.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Analyze: Cross-Artifact Consistency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230428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Cross-checks spec, plan, and tasks against each other and against the constitution.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06908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69080"/>
            <a:ext cx="73152" cy="230428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14223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drift, such as a task with no matching requirement or a plan choice that contradicts the spec, while it's still cheap to fix.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GATES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1800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Token budget and compliance checks belong here too, not bolted on afterward.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301752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301752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Budgeting more tokens per feature up front is typically offset by far fewer rework cycles later.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88620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Security, compliance, and code-coverage checks (e.g., SonarQube) are gates before implementation, not afterthoughts.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E74B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THIS WITH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GitHub Spec Kit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KIT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Checklist and Analyze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199132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9132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/speckit.checklist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0" y="1764792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custom, reviewer-owned quality checklist for the feature. Run broadly or focused on one area.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3726180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726180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/speckit.analyze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840480" y="3291840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read-only cross-artifact analysis across spec.md, plan.md, and tasks.md. Run before implementing, while artifacts are still cheap to adjust.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THIS WITH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OpenSpec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977640"/>
            <a:ext cx="97228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partial fit: some of this module's concept maps, some doesn't.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 Pre-Implementation Equivalent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4415" cy="1463040"/>
          </a:xfrm>
          <a:prstGeom prst="roundRect">
            <a:avLst>
              <a:gd name="adj" fmla="val 6250"/>
            </a:avLst>
          </a:prstGeom>
          <a:solidFill>
            <a:srgbClr val="FCEEEE"/>
          </a:solidFill>
          <a:ln w="12700">
            <a:solidFill>
              <a:srgbClr val="C050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965960"/>
            <a:ext cx="104543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direct equivalent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104543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has no checklist or analyze command that runs before code is written. Its closest command, /opsx:verify, exists, but it checks the implementation against the artifacts after /opsx:apply, not the artifacts against each other beforehand.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3520440"/>
            <a:ext cx="11094415" cy="1554480"/>
          </a:xfrm>
          <a:prstGeom prst="roundRect">
            <a:avLst>
              <a:gd name="adj" fmla="val 5882"/>
            </a:avLst>
          </a:prstGeom>
          <a:solidFill>
            <a:srgbClr val="F2F5F9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703320"/>
            <a:ext cx="104543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use instead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4069080"/>
            <a:ext cx="104543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genuinely different point in the loop, not a substitute for a pre-implementation gate. We'll come back to /opsx:verify in Module 6, where it belongs: reviewing what got built, not what's about to be built.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Module 5 at a Glance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75608"/>
                <a:gridCol w="4175608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Spec Kit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OpenSpec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Pre-code quality gate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/speckit.checklist + /speckit.analyze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(closest command runs after code)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 implementation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/opsx:verify runs after /opsx:apply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Takeaway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Purpose-built pre-implementation gates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 the equivalent concern later, in Module 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276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gates exist to catch problems while they're still cheap to fix.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9992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7889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Kit has purpose-built pre-implementation gates; OpenSpec's equivalent operates later in the loop.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3708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budget is a design decision, not just a cost line item.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2026-08-15T16:16:35Z</dcterms:created>
  <dcterms:modified xsi:type="dcterms:W3CDTF">2026-08-15T16:16:35Z</dcterms:modified>
</cp:coreProperties>
</file>