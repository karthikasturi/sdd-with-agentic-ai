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Quality Gates Before Implementation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problems while the artifacts are still cheap to change, not after code exists.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and use a requirements-quality checklist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cross-artifact consistency analysis before code is written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token/cost usage and place security, compliance, and coverage checks as gates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Checklist: "Unit Tests for Requirements"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checklist validates the spec itself (is it complete, clear, unambiguous, and consistent) before a single line of code exists, catching requirement problems while they're still just sentences to edit.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testing the requirement, not the implementation, the same way a unit test checks a function's contract rather than any one caller of it.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Analyze: Cross-Artifact Consistency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Cross-checks spec, plan, and tasks against each other and against the constitution, catching the kind of mismatch that's easy to miss when each artifact is reviewed on its own.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drift, such as a task with no matching requirement or a plan choice that contradicts the spec, while it's still cheap to fix, before any of it has been turned into working code.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Token budget and compliance checks belong here too, not bolted on afterward.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Budgeting more tokens per feature up front is typically offset by far fewer rework cycles later, so a bigger token spend during planning is usually a net savings, not an added cost.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compliance, and code-coverage checks (e.g., SonarQube) are gates before implementation, not afterthoughts, which means they're planned for alongside checklist and analyze rather than added on at the end.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Checklist and Analyze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/speckit.checklist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custom, reviewer-owned quality checklist for the feature. Run broadly or focused on one area, so a high-risk feature can get a deeper pass than a routine one without extra manual setup.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726180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726180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/speckit.analyze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3291840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read-only cross-artifact analysis across spec.md, plan.md, and tasks.md. Run before implementing, while artifacts are still cheap to adjust, and it changes nothing on its own, it only reports what it finds.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THE CONCEPTS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Pre-Implementation Equivalent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1463040"/>
          </a:xfrm>
          <a:prstGeom prst="roundRect">
            <a:avLst>
              <a:gd name="adj" fmla="val 6250"/>
            </a:avLst>
          </a:prstGeom>
          <a:solidFill>
            <a:srgbClr val="FCEEEE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65960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equivalent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104543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has no checklist or analyze command that runs before code is written. Its closest command, /opsx:verify, exists, but it checks the implementation against the artifacts after /opsx:apply, not the artifacts against each other beforehand, so it answers a related but different question.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11094415" cy="1554480"/>
          </a:xfrm>
          <a:prstGeom prst="roundRect">
            <a:avLst>
              <a:gd name="adj" fmla="val 5882"/>
            </a:avLst>
          </a:prstGeom>
          <a:solidFill>
            <a:srgbClr val="F2F5F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703320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use instead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06908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genuinely different point in the loop, not a substitute for a pre-implementation gate. We'll come back to /opsx:verify in Module 6, where it belongs: reviewing what got built, not what's about to be built, once code already exists to check against the plan.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5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Pre-code quality gate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/speckit.checklist + /speckit.analyze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(closest command runs after code)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implementation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/opsx:verify runs after /opsx:apply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Takeaway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Purpose-built pre-implementation gates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the equivalent concern later, in Module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 exist to catch problems while they're still cheap to fix, which is always before code, not after.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 has purpose-built pre-implementation gates; OpenSpec's equivalent operates later in the loop, once there's code to check.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budget is a design decision, not just a cost line item, and it should be planned alongside the other gates, not tacked on afterward.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21528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000">
                <a:solidFill>
                  <a:srgbClr val="8CA3C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2026-08-15T17:56:13Z</dcterms:created>
  <dcterms:modified xsi:type="dcterms:W3CDTF">2026-08-15T17:56:13Z</dcterms:modified>
</cp:coreProperties>
</file>