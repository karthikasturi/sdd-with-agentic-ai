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3" name="Shape 1"/>
          <p:cNvSpPr/>
          <p:nvPr/>
        </p:nvSpPr>
        <p:spPr>
          <a:xfrm>
            <a:off x="548640" y="640080"/>
            <a:ext cx="2377440" cy="457200"/>
          </a:xfrm>
          <a:prstGeom prst="roundRect">
            <a:avLst>
              <a:gd name="adj" fmla="val 50000"/>
            </a:avLst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640080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37160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1828800"/>
            <a:ext cx="11094415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Quality Gates Before Implementation</a:t>
            </a:r>
            <a:endParaRPr lang="en-US" sz="4400" dirty="0"/>
          </a:p>
        </p:txBody>
      </p:sp>
      <p:sp>
        <p:nvSpPr>
          <p:cNvPr id="7" name="Shape 5"/>
          <p:cNvSpPr/>
          <p:nvPr/>
        </p:nvSpPr>
        <p:spPr>
          <a:xfrm>
            <a:off x="548640" y="4206240"/>
            <a:ext cx="2011680" cy="0"/>
          </a:xfrm>
          <a:prstGeom prst="line">
            <a:avLst/>
          </a:prstGeom>
          <a:noFill/>
          <a:ln w="38100">
            <a:solidFill>
              <a:srgbClr val="C0504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4434840"/>
            <a:ext cx="1018001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 problems while the artifacts are still cheap to change, not after code exists.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What You'll Learn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325880" y="150876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use a requirements-quality checklist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48640" y="2514600"/>
            <a:ext cx="502920" cy="502920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251460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325880" y="246888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cross-artifact consistency analysis before code is written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548640" y="3474720"/>
            <a:ext cx="502920" cy="502920"/>
          </a:xfrm>
          <a:prstGeom prst="ellipse">
            <a:avLst/>
          </a:prstGeom>
          <a:solidFill>
            <a:srgbClr val="2E74B5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34747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325880" y="3429000"/>
            <a:ext cx="1031717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token/cost usage and place security, compliance, and coverage checks as gates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ONE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Checklist: "Unit Tests for Requirements"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230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checklist validates the spec itself (is it complete, clear, unambiguous, and consistent) before a single line of code exists.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069080"/>
            <a:ext cx="73152" cy="230428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4223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it as testing the requirement, not the implementation.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 TWO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Analyze: Cross-Artifact Consistency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73152" cy="2304288"/>
          </a:xfrm>
          <a:prstGeom prst="rect">
            <a:avLst/>
          </a:prstGeom>
          <a:solidFill>
            <a:srgbClr val="2E74B5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67335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Cross-checks spec, plan, and tasks against each other and against the constitution.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4069080"/>
            <a:ext cx="11094415" cy="2304288"/>
          </a:xfrm>
          <a:prstGeom prst="roundRect">
            <a:avLst>
              <a:gd name="adj" fmla="val 3175"/>
            </a:avLst>
          </a:prstGeom>
          <a:solidFill>
            <a:srgbClr val="F2F5F9"/>
          </a:solidFill>
          <a:ln/>
        </p:spPr>
      </p:sp>
      <p:sp>
        <p:nvSpPr>
          <p:cNvPr id="8" name="Shape 6"/>
          <p:cNvSpPr/>
          <p:nvPr/>
        </p:nvSpPr>
        <p:spPr>
          <a:xfrm>
            <a:off x="548640" y="4069080"/>
            <a:ext cx="73152" cy="2304288"/>
          </a:xfrm>
          <a:prstGeom prst="rect">
            <a:avLst/>
          </a:prstGeom>
          <a:solidFill>
            <a:srgbClr val="C0504D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4142232"/>
            <a:ext cx="10545775" cy="21579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Catches drift, such as a task with no matching requirement or a plan choice that contradicts the spec, while it's still cheap to fix.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640080"/>
            <a:ext cx="110944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9FB3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GATES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1051560"/>
            <a:ext cx="10180015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Token budget and compliance checks belong here too, not bolted on afterward.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301752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301752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Budgeting more tokens per feature up front is typically offset by far fewer rework cycles later.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48640" y="3886200"/>
            <a:ext cx="11094415" cy="713232"/>
          </a:xfrm>
          <a:prstGeom prst="roundRect">
            <a:avLst>
              <a:gd name="adj" fmla="val 10256"/>
            </a:avLst>
          </a:prstGeom>
          <a:solidFill>
            <a:srgbClr val="233A63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3886200"/>
            <a:ext cx="1054577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Security, compliance, and code-coverage checks (e.g., SonarQube) are gates before implementation, not afterthoughts.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2E74B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GitHub Spec Kit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2E74B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Checklist and Analyze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6" name="Shape 4"/>
          <p:cNvSpPr/>
          <p:nvPr/>
        </p:nvSpPr>
        <p:spPr>
          <a:xfrm>
            <a:off x="777240" y="2199132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2199132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/speckit.checklist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840480" y="1764792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Generates a custom, reviewer-owned quality checklist for the feature. Run broadly or focused on one area.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548640" y="3218688"/>
            <a:ext cx="11094415" cy="1417320"/>
          </a:xfrm>
          <a:prstGeom prst="roundRect">
            <a:avLst>
              <a:gd name="adj" fmla="val 5161"/>
            </a:avLst>
          </a:prstGeom>
          <a:solidFill>
            <a:srgbClr val="F2F5F9"/>
          </a:solidFill>
          <a:ln/>
        </p:spPr>
      </p:sp>
      <p:sp>
        <p:nvSpPr>
          <p:cNvPr id="10" name="Shape 8"/>
          <p:cNvSpPr/>
          <p:nvPr/>
        </p:nvSpPr>
        <p:spPr>
          <a:xfrm>
            <a:off x="777240" y="3726180"/>
            <a:ext cx="2834640" cy="402336"/>
          </a:xfrm>
          <a:prstGeom prst="roundRect">
            <a:avLst>
              <a:gd name="adj" fmla="val 13636"/>
            </a:avLst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3726180"/>
            <a:ext cx="283464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FE3C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/speckit.analyze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840480" y="3291840"/>
            <a:ext cx="7573975" cy="1271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read-only cross-artifact analysis across spec.md, plan.md, and tasks.md. Run before implementing, while artifacts are still cheap to adjust.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C729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468880"/>
            <a:ext cx="110944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spc="200" kern="0" dirty="0">
                <a:solidFill>
                  <a:srgbClr val="D8E6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APPLYING THIS WITH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548640" y="2834640"/>
            <a:ext cx="11094415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OpenSpec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548640" y="3977640"/>
            <a:ext cx="97228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partial fit: some of this module's concept maps, some doesn't.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1C7293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Pre-Implementation Equivalent</a:t>
            </a:r>
            <a:endParaRPr lang="en-US" sz="25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11094415" cy="1463040"/>
          </a:xfrm>
          <a:prstGeom prst="roundRect">
            <a:avLst>
              <a:gd name="adj" fmla="val 6250"/>
            </a:avLst>
          </a:prstGeom>
          <a:solidFill>
            <a:srgbClr val="FCEEEE"/>
          </a:solidFill>
          <a:ln w="12700">
            <a:solidFill>
              <a:srgbClr val="C050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6596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direct equivalent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68680" y="2331720"/>
            <a:ext cx="10454335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OpenSpec has no checklist or analyze command that runs before code is written. Its closest command, /opsx:verify, exists, but it checks the implementation against the artifacts after /opsx:apply, not the artifacts against each other beforehand.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8640" y="3520440"/>
            <a:ext cx="11094415" cy="1554480"/>
          </a:xfrm>
          <a:prstGeom prst="roundRect">
            <a:avLst>
              <a:gd name="adj" fmla="val 5882"/>
            </a:avLst>
          </a:prstGeom>
          <a:solidFill>
            <a:srgbClr val="F2F5F9"/>
          </a:solidFill>
          <a:ln/>
        </p:spPr>
      </p:sp>
      <p:sp>
        <p:nvSpPr>
          <p:cNvPr id="9" name="Text 7"/>
          <p:cNvSpPr/>
          <p:nvPr/>
        </p:nvSpPr>
        <p:spPr>
          <a:xfrm>
            <a:off x="868680" y="3703320"/>
            <a:ext cx="104543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use instead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4069080"/>
            <a:ext cx="10454335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genuinely different point in the loop, not a substitute for a pre-implementation gate. We'll come back to /opsx:verify in Module 6, where it belongs: reviewing what got built, not what's about to be built.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4415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B2A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Module 5 at a Glance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280160"/>
          <a:ext cx="1109441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175608"/>
                <a:gridCol w="4175608"/>
              </a:tblGrid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Spec Kit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E74B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OpenSpec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729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Pre-code quality gate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/speckit.checklist + /speckit.analyze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 (closest command runs after code)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Before implementation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/opsx:verify runs after /opsx:apply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Takeaway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Purpose-built pre-implementation gates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Gate the equivalent concern later, in Module 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E1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109441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276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4173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gates exist to catch problems while they're still cheap to fix.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548640" y="29992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27889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Kit has purpose-built pre-implementation gates; OpenSpec's equivalent operates later in the loop.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548640" y="4370832"/>
            <a:ext cx="128016" cy="128016"/>
          </a:xfrm>
          <a:prstGeom prst="ellipse">
            <a:avLst/>
          </a:prstGeom>
          <a:solidFill>
            <a:srgbClr val="C0504D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4160520"/>
            <a:ext cx="10728655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E4EC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budget is a design decision, not just a cost line item.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CA3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1828800"/>
            <a:ext cx="11094415" cy="2377440"/>
          </a:xfrm>
          <a:prstGeom prst="roundRect">
            <a:avLst>
              <a:gd name="adj" fmla="val 4615"/>
            </a:avLst>
          </a:prstGeom>
          <a:solidFill>
            <a:srgbClr val="F2F5F9"/>
          </a:solidFill>
          <a:ln w="15875">
            <a:solidFill>
              <a:srgbClr val="C0504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2103120"/>
            <a:ext cx="101800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050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NEXT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05840" y="2514600"/>
            <a:ext cx="10180015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and run a checklist against your project's spec, then run an analyze pass across spec, plan, and tasks. Add a security/compliance or code-coverage item, then implement one task end-to-end only after it clears every gate.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48640" y="4480560"/>
            <a:ext cx="110944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Module 6: Reviewing, Validating, and Maintaining Agent Output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5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156655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A6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Spec-Driven Development with Agentic AI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2026-08-15T10:31:57Z</dcterms:created>
  <dcterms:modified xsi:type="dcterms:W3CDTF">2026-08-15T10:31:57Z</dcterms:modified>
</cp:coreProperties>
</file>