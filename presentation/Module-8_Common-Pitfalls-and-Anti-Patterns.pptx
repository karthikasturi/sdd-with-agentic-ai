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1094415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Common Pitfalls and Anti-Patterns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548640" y="4206240"/>
            <a:ext cx="2011680" cy="0"/>
          </a:xfrm>
          <a:prstGeom prst="line">
            <a:avLst/>
          </a:prstGeom>
          <a:noFill/>
          <a:ln w="38100">
            <a:solidFill>
              <a:srgbClr val="C050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434840"/>
            <a:ext cx="1018001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anti-patterns are earlier shortcuts catching up with you.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You'll Learn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25880" y="150876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over-specifying and under-specifying and find the right level of detail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02920" cy="502920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514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246888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 token and cost tradeoffs against rework avoided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7472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474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342900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from documented, framework-specific pitfalls in both tools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BALANCE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Over- and Under-Specifying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230428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detail in a spec or plan slows everyone down and gets stale fast; too little pushes ambiguity downstream where it's more expensive to fix.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06908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4069080"/>
            <a:ext cx="73152" cy="230428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14223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constitution or a skipped clarify pass usually shows up here first: problems from earlier modules resurface as anti-patterns later.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REVISITED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Token and Cost Tradeoffs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230428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tokens spent up front on a clear spec and plan is typically offset by far fewer rework cycles.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06908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4069080"/>
            <a:ext cx="73152" cy="230428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14223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this as a deliberate tradeoff to manage, not a cost to minimize blindly.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18001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Most anti-patterns are visible in hindsight, rarely in the moment.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301752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301752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that skips a gate almost never notices until the cost shows up downstream.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88620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every skipped step as a deliberate risk decision, not a shortcut.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E74B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THE CONCEPTS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GitHub Spec Kit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KIT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Teams Get Stuck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64792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checklist: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Treating a passed checklist as permanently done rather than re-running it after changes: a checklist reflects the spec at the moment it was generated, and later edits can silently invalidate it.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18688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291840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Ignoring analyze: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Ignoring /speckit.analyze findings instead of returning to the step that owns them (specify or clarify for requirement problems, plan for design problems) lets small inconsistencies compound.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THE CONCEPTS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OpenSpec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Documented Failure Modes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64792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OpenSpec's docs: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"Change not found," "No artifacts ready," and "Artifacts not generating properly" are named directly in OpenSpec's own troubleshooting guide. Thin project context in config.yaml is a common root cause.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18688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3726180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726180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/opsx:ff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40480" y="3291840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Fast-forward generates every artifact at once. Convenient, but it skips the incremental review that /opsx:continue gives you, an under-specification risk if nobody reads each artifact before the next is generated.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Module 8 at a Glance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75608"/>
                <a:gridCol w="4175608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Spec Kit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OpenSpec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 pitfall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 checklists or ignored analyze findings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Over-using /opsx:ff without review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review step was skipped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review step was skipped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Documented by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 reference (checklist, analyze)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OpenSpec's own troubleshooting guide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276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173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Anti-patterns are rarely new mistakes; they're earlier shortcuts catching up with you.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9992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7889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framework gate you skip is a bet that nothing needed catching.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3708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studies at scale tend to share one pattern: the team that skipped a gate is the team that got surprised later.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2026-08-15T17:17:10Z</dcterms:created>
  <dcterms:modified xsi:type="dcterms:W3CDTF">2026-08-15T17:17:10Z</dcterms:modified>
</cp:coreProperties>
</file>