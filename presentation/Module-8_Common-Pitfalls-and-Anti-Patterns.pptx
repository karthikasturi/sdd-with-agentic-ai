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Common Pitfalls and Anti-Patterns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anti-patterns are earlier shortcuts catching up with you.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over-specifying and under-specifying and find the right level of detail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token and cost tradeoffs against rework avoided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documented, framework-specific pitfalls in both tools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BALANCE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Over- and Under-Specifying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detail in a spec or plan slows everyone down and gets stale fast; too little pushes ambiguity downstream where it's more expensive to fix.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constitution or a skipped clarify pass usually shows up here first: problems from earlier modules resurface as anti-patterns later.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Token and Cost Tradeoffs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tokens spent up front on a clear spec and plan is typically offset by far fewer rework cycles.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this as a deliberate tradeoff to manage, not a cost to minimize blindly.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anti-patterns are visible in hindsight, rarely in the moment.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that skips a gate almost never notices until the cost shows up downstream.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every skipped step as a deliberate risk decision, not a shortcut.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Teams Get Stuck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64792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checklist: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a passed checklist as permanently done rather than re-running it after changes: a checklist reflects the spec at the moment it was generated, and later edits can silently invalidate it.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analyze: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/speckit.analyze findings instead of returning to the step that owns them (specify or clarify for requirement problems, plan for design problems) lets small inconsistencies compound.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Documented Failure Modes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64792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OpenSpec's docs: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"Change not found," "No artifacts ready," and "Artifacts not generating properly" are named directly in OpenSpec's own troubleshooting guide. Thin project context in config.yaml is a common root cause.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/opsx:ff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Fast-forward generates every artifact at once. Convenient, but it skips the incremental review that /opsx:continue gives you, an under-specification risk if nobody reads each artifact before the next is generated.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8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pitfall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checklists or ignored analyze findings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Over-using /opsx:ff without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review step was skipped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review step was skipped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Documented by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reference (checklist, analyze)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OpenSpec's own troubleshooting guide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 are rarely new mistakes; they're earlier shortcuts catching up with you.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framework gate you skip is a bet that nothing needed catching.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 at scale tend to share one pattern: the team that skipped a gate is the team that got surprised later.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2026-08-15T16:16:35Z</dcterms:created>
  <dcterms:modified xsi:type="dcterms:W3CDTF">2026-08-15T16:16:35Z</dcterms:modified>
</cp:coreProperties>
</file>