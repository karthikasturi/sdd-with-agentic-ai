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9441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Establishing Governance and Writing a Clarified Specification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2011680" cy="0"/>
          </a:xfrm>
          <a:prstGeom prst="line">
            <a:avLst/>
          </a:prstGeom>
          <a:noFill/>
          <a:ln w="38100">
            <a:solidFill>
              <a:srgbClr val="C05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34840"/>
            <a:ext cx="101800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standard everything else gets checked against, then write against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You'll Learn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project or per-service governance in a constitution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246888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spec from both a feature request and a defect report using EARS-style requirements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42900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clarify pass to surface ambiguity before planning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38912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SDD lifecycle onto your team's existing SDLC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FIRST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Constitution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148132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principles, code quality standards, testing requirements, and architectural constraints.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46120"/>
            <a:ext cx="73152" cy="148132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1927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 up front, informed by Module 2's discovery, and checked against by every later phase.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892040"/>
            <a:ext cx="73152" cy="148132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96519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every generated plan and every piece of code is evaluated against nothing.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SPEC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EARS-Style Requirements and Clarify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148132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 format: </a:t>
            </a:r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"When/if [condition]... the system shall [response]." Testable, unambiguous, one behavior per statement.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46120"/>
            <a:ext cx="73152" cy="148132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1927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come from two different sources on this course: a new-feature request and an existing defect pulled from the tracker.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F2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892040"/>
            <a:ext cx="73152" cy="148132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965192"/>
            <a:ext cx="10545775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clarify pass surfaces ambiguities and edge cases before they get baked into a plan.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MAPPING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1800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SDD lifecycle isn't a separate process: it maps onto the SDLC you already run.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01752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and clarified spec approximate requirements and design.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8620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tasks approximate technical design and iteration planning.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75488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and analyze approximate QA and test planning. Implement approximates development. Review and living docs approximate code review, QA, and maintenance.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4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CONCEPTS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Spec Kit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Constitution, Specify, Clarify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9132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913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/speckit.constitution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764792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or updates the constitution and keeps dependent templates in sync.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726180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261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/speckit.specify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3291840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feature spec from natural language, focused on what and why, not tech stack.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745736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5253228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25322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/speckit.clarify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4818888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up to five targeted questions about underspecified areas and encodes your answers back into spec.md. Run it as many times as needed.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CONCEPTS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OpenSpec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 Files, Deltas, and Explore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64792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gap: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governance command: project conventions live in openspec/config.yaml rather than a generated document.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18688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3726180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7261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/opsx:propose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3291840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proposal.md plus delta specs/ marking ADDED, MODIFIED, REMOVED requirements, each with Given/When/Then scenarios: OpenSpec's equivalent of testable acceptance criteria.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45736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18888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gap: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dedicated clarify command: ambiguity gets sharpened beforehand with /opsx:explore, or reconciled afterward with /opsx:update.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 at a Glance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75608"/>
                <a:gridCol w="4175608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Spec 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/speckit.constitution (dedicated command)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openspec/config.yaml (no generated document)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writing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/speckit.specify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/opsx:propose (delta specs, Given/When/Then)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/speckit.clarify (dedicated command)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/opsx:explore before, /opsx:update after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has to exist before code is judged against 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9992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 keeps requirements testable regardless of which framework carries them.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3708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early: it's cheap now and expensive once a plan is built on top of ambiguity.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1528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rgbClr val="8C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2026-08-15T17:17:09Z</dcterms:created>
  <dcterms:modified xsi:type="dcterms:W3CDTF">2026-08-15T17:17:09Z</dcterms:modified>
</cp:coreProperties>
</file>