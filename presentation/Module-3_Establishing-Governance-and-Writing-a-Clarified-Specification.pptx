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Establishing Governance and Writing a Clarified Specification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standard everything else gets checked against, then write against it.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project or per-service governance in a constitution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spec from both a feature request and a defect report using EARS-style requirements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clarify pass to surface ambiguity before planning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34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438912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SDD lifecycle onto your team's existing SDLC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Constitution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principles, code quality standards, testing requirements, and architectural constraints.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once up front, informed by Module 2's discovery, and checked against by every later phase.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every generated plan and every piece of code is evaluated against nothing.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SPEC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EARS-Style Requirements and Clarify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 format: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"When/if [condition]... the system shall [response]." Testable, unambiguous, one behavior per statement.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come from two different sources on this course: a new-feature request and an existing defect pulled from the tracker.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clarify pass surfaces ambiguities and edge cases before they get baked into a plan.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MAPPING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SDD lifecycle isn't a separate process: it maps onto the SDLC you already run.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and clarified spec approximate requirements and design.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tasks approximate technical design and iteration planning.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75488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and analyze approximate QA and test planning. Implement approximates development. Review and living docs approximate code review, QA, and maintenance.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Constitution, Specify, Clarify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/speckit.constitution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or updates the constitution and keeps dependent templates in sync.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/speckit.specify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feature spec from natural language, focused on what and why, not tech stack.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5253228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5322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/speckit.clarify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40480" y="4818888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up to five targeted questions about underspecified areas and encodes your answers back into spec.md. Run it as many times as needed.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partial fit: some of this module's concept maps, some doesn't.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Config Files, Deltas, and Explore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gap: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governance command: project conventions live in openspec/config.yaml rather than a generated document.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/opsx:propose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proposal.md plus delta specs/ marking ADDED, MODIFIED, REMOVED requirements, each with Given/When/Then scenarios: OpenSpec's equivalent of testable acceptance criteria.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gap: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dedicated clarify command: ambiguity gets sharpened beforehand with /opsx:explore, or reconciled afterward with /opsx:update.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3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/speckit.constitution (dedicated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openspec/config.yaml (no generated document)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writing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/speckit.specify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/opsx:propose (delta specs, Given/When/Then)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/speckit.clarify (dedicated command)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/opsx:explore before, /opsx:update after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has to exist before code is judged against it.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 keeps requirements testable regardless of which framework carries them.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early: it's cheap now and expensive once a plan is built on top of ambiguity.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