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Vibe Coding to Spec-Driven Development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011680" cy="0"/>
          </a:xfrm>
          <a:prstGeom prst="line">
            <a:avLst/>
          </a:prstGeom>
          <a:noFill/>
          <a:ln w="38100">
            <a:solidFill>
              <a:srgbClr val="C05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10180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unstructured AI prompting breaks down, and what spec-driven development changes.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failure modes of unstructured AI prompting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core thesis of spec-driven development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GitHub Spec Kit and OpenSpec within the wider SDD landscape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38912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both frameworks side by side in your own project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Modes of Ad Hoc Prompting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0698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drift: </a:t>
            </a:r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gradually loses track of what it's building as a conversation grows longer.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34640"/>
            <a:ext cx="73152" cy="10698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0779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APIs: </a:t>
            </a:r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code written against methods, endpoints, or libraries that don't actually exist.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069080"/>
            <a:ext cx="73152" cy="10698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4223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Unreviewable diffs: </a:t>
            </a:r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sprawling changes with no clear boundary to review against.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303520"/>
            <a:ext cx="73152" cy="10698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7667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scope creep: </a:t>
            </a:r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quietly does more, or less, than what was actually asked.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Thesis of Spec-Driven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0698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specification, not the code, is the source artifact.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34640"/>
            <a:ext cx="73152" cy="10698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0779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becomes a build output generated from that source.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069080"/>
            <a:ext cx="73152" cy="106984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4223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flips the usual relationship: instead of code as truth and docs as commentary, the spec is truth and code is compiled from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94415" cy="1069848"/>
          </a:xfrm>
          <a:prstGeom prst="roundRect">
            <a:avLst>
              <a:gd name="adj" fmla="val 6838"/>
            </a:avLst>
          </a:prstGeom>
          <a:solidFill>
            <a:srgbClr val="F2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303520"/>
            <a:ext cx="73152" cy="10698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76672"/>
            <a:ext cx="10545775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spec persists and stays current, it doubles as living documentation and an audit trail.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1800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frameworks implement the same core thesis, differently.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1752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Kit, OpenSpec, Kiro, BMAD-METHOD, and Tessl all put a written spec ahead of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uses Spec Kit as the hands-on framework for its vendor-neutral, CLI-first design, with a side-by-side look at OpenSpec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75488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framework requires a specific AI coding agent: both work with GitHub Copilot, Claude Code, and others.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CONCEPTS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Spec 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Scaffolding a Project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specify init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a new project: creates .specify/ with templates, scripts, and agent-specific command files. Use --integration copilot or --integration claude to target your agent.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SDD lifecycle this course follows: constitution, specify, clarify, plan, tasks, checklist, analyze, implement. This is the map for the rest of the course.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18888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mandatory: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specify is strictly required before plan. Clarify, checklist, and analyze are quality gates you add for anything with meaningful ambiguity.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CONCEPTS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OpenSpec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Scaffolding a Project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openspec init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openspec/ with specs/ (source of truth), changes/ (proposed updates), and config.yaml. Install first with npm install -g @fission-ai/openspec.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loop: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quick path: explore (optional), propose, apply, sync (optional), archive.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18888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spec model: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Spec Kit produces one spec file per feature, OpenSpec proposes changes as compact deltas (ADDED, MODIFIED, REMOVED) against a single living spec.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 at a Glance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5608"/>
                <a:gridCol w="4175608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 init --integration &lt;agent&gt;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 -g @fission-ai/openspec + openspec 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.specify/ (templates, scripts, agent files)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openspec/ (specs/, changes/, config.yaml)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file per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living spec + deltas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prompting fails in predictable, nameable ways.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SDD's core move: make the spec the source of truth, not an afterthought.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both frameworks scaffolded and ready to use for the rest of the course.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2026-08-15T17:17:09Z</dcterms:created>
  <dcterms:modified xsi:type="dcterms:W3CDTF">2026-08-15T17:17:09Z</dcterms:modified>
</cp:coreProperties>
</file>