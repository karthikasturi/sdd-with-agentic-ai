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Vibe Coding to Spec-Driven Development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unstructured AI prompting breaks down, and what spec-driven development changes.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failure modes of unstructured AI prompting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core thesis of spec-driven development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GitHub Spec Kit and OpenSpec within the wider SDD landscape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34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438912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both frameworks side by side in your own project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Failure Modes of Ad Hoc Prompting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drift: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gradually loses track of what it's building as a conversation grows longer, so later output stops matching the original ask.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APIs: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code written against methods, endpoints, or libraries that don't actually exist, because nothing forced the agent to check them against a real contract.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Unreviewable diffs: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sprawling changes with no clear boundary to review against, so a reviewer can't tell what "done" was supposed to look like.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scope creep: </a:t>
            </a:r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quietly does more, or less, than what was actually asked, and nobody notices until it ships.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Core Thesis of Spec-Driven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specification, not the code, is the source artifact: it's what the team agrees to before anything gets built.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3464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90779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becomes a build output generated from that source, similar to how a compiler turns source code into a binary.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069080"/>
            <a:ext cx="73152" cy="106984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14223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flips the usual relationship: instead of code as truth and docs as commentary, the spec is truth and code is compiled from it, so the spec can't quietly fall out of date.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11094415" cy="1069848"/>
          </a:xfrm>
          <a:prstGeom prst="roundRect">
            <a:avLst>
              <a:gd name="adj" fmla="val 6838"/>
            </a:avLst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5303520"/>
            <a:ext cx="73152" cy="10698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376672"/>
            <a:ext cx="10545775" cy="9235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spec persists and stays current, it doubles as living documentation and an audit trail, answering "why was this built this way" months later.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Multiple frameworks implement the same core thesis, differently.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Spec Kit, OpenSpec, Kiro, BMAD-METHOD, and Tessl all put a written spec ahead of code: they differ in mechanics and tooling, not in this underlying philosophy.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uses Spec Kit as the hands-on framework for its vendor-neutral, CLI-first design, with a side-by-side look at OpenSpec today, so you can recognize the same pattern no matter which tool your team ends up choosing.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specify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a new project: creates .specify/ with templates, scripts, and agent-specific command files. Use --integration copilot or --integration claude to target your agent, so the generated commands match the tool you'll actually run them in.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SDD lifecycle this course follows: constitution, specify, clarify, plan, tasks, checklist, analyze, implement. This is the map for the rest of the course, so every later module is really a deep dive on one step of this same sequence.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mandatory: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specify is strictly required before plan. Clarify, checklist, and analyze are quality gates you add for anything with meaningful ambiguity, so simple, low-risk changes don't have to pay for gates they don't need.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Scaffolding a Project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openspec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openspec/ with specs/ (source of truth), changes/ (proposed updates), and config.yaml. Install first with npm install -g @fission-ai/openspec, since the CLI has to exist locally before it can scaffold anything.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loop: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quick path: explore (optional), propose, apply, sync (optional), archive, so a small change can move through in four commands while a riskier one can add explore and sync for extra checkpoints.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spec model: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Spec Kit produces one spec file per feature, OpenSpec proposes changes as compact deltas (ADDED, MODIFIED, REMOVED) against a single living spec, which is why OpenSpec's spec directory stays smaller over time even as the project grows.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specify init --integration &lt;agent&gt;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i -g @fission-ai/openspec + openspec init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.specify/ (templates, scripts, agent files)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openspec/ (specs/, changes/, config.yaml)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file per 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living spec + deltas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prompting fails in predictable, nameable ways, which means those failures are also predictably preventable.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SDD's core move: make the spec the source of truth, not an afterthought written up after the code already exists.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both frameworks scaffolded and ready to use for the rest of the course, so every later hands-on exercise builds on this same setup.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2026-08-15T17:56:12Z</dcterms:created>
  <dcterms:modified xsi:type="dcterms:W3CDTF">2026-08-15T17:56:12Z</dcterms:modified>
</cp:coreProperties>
</file>