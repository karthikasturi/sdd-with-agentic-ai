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Vibe Coding to Spec-Driven Development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unstructured AI prompting breaks down, and what spec-driven development changes.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failure modes of unstructured AI prompting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core thesis of spec-driven development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GitHub Spec Kit and OpenSpec within the wider SDD landscape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34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438912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both frameworks side by side in your own project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Failure Modes of Ad Hoc Prompting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drift: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gradually loses track of what it's building as a conversation grows longer.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3464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0779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APIs: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code written against methods, endpoints, or libraries that don't actually exist.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06908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4223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Unreviewable diffs: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sprawling changes with no clear boundary to review against.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530352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37667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scope creep: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quietly does more, or less, than what was actually asked.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Core Thesis of Spec-Driven Development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specification, not the code, is the source artifact.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3464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0779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becomes a build output generated from that source.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06908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4223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flips the usual relationship: instead of code as truth and docs as commentary, the spec is truth and code is compiled from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530352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37667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spec persists and stays current, it doubles as living documentation and an audit trail.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Multiple frameworks implement the same core thesis, differently.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Spec Kit, OpenSpec, AWS Kiro, BMAD-METHOD, and Tessl all put a written spec ahead of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teaches two hands-on: Spec Kit as the primary framework, OpenSpec for comparison.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75488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75488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framework requires a specific AI coding agent: both work with GitHub Copilot, Claude Code, and others.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Scaffolding a Project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specify init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Scaffolds a new project: creates .specify/ with templates, scripts, and agent-specific command files. Use --integration copilot or --integration claude to target your agent.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command chain this course follows: constitution → specify → clarify → plan → checklist → tasks → analyze → implement → converge. This is your map for the next eight modules.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mandatory: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specify is strictly required before plan. Clarify, checklist, and analyze are quality gates you add for anything with meaningful ambiguity.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Scaffolding a Project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openspec init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Scaffolds openspec/ with specs/ (source of truth), changes/ (proposed updates), and config.yaml. Install first with npm install -g @fission-ai/openspec.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loop: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quick path: explore (optional) → propose → apply → sync (optional) → archive.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spec model: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Spec Kit produces one spec file per feature, OpenSpec proposes changes as compact deltas (ADDED, MODIFIED, REMOVED) against a single living spec.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1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specify init --integration &lt;agent&gt;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i -g @fission-ai/openspec + openspec init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.specify/ (templates, scripts, agent files)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openspec/ (specs/, changes/, config.yaml)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file per 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living spec + deltas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prompting fails in predictable, nameable ways.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SDD's core move: make the spec the source of truth, not an afterthought.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both frameworks scaffolded and ready to use for the rest of the course.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4615"/>
            </a:avLst>
          </a:prstGeom>
          <a:solidFill>
            <a:srgbClr val="F2F5F9"/>
          </a:solidFill>
          <a:ln w="15875">
            <a:solidFill>
              <a:srgbClr val="C050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210312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514600"/>
            <a:ext cx="101800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your project team, receive your team's assigned requirement, and set up your agentic coding tool against it. Scaffold both a Spec Kit specs/ directory and an OpenSpec openspec/ directory, then run a basic and an advanced prompt to compare direct prompting against structured, spec-driven input.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2: Discovery at Scale: Understanding an Existing Hierarchical Codebase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2026-08-15T10:31:57Z</dcterms:created>
  <dcterms:modified xsi:type="dcterms:W3CDTF">2026-08-15T10:31:57Z</dcterms:modified>
</cp:coreProperties>
</file>