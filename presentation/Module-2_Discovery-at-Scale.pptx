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Discovery at Scale: Understanding an Existing Hierarchical Codebase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write a single spec, you have to understand what's already there.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reading code alone doesn't scale on a large, hierarchical codebase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MCP to connect an agent to design documentation and a bug/defect tracker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discovery to a service boundary and produce a lightweight dependency map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Code Alone Doesn't Scale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50-100 microservice hierarchical estate can't be understood by reading files one at a time.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Undocumented decisions, inconsistent conventions across services, and years of incremental change hide the "why" behind the "what."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a spec against code you don't understand just encodes your misunderstanding into the spec.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MCP-Connected Discovery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connects your coding agent to systems outside the codebase: wikis, architecture docs, prior specs, and the bug/defect tracker.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46120"/>
            <a:ext cx="73152" cy="148132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1927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reconstructs a service's architecture and responsibilities from documentation plus code, and can pull in known open defects.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94415" cy="1481328"/>
          </a:xfrm>
          <a:prstGeom prst="roundRect">
            <a:avLst>
              <a:gd name="adj" fmla="val 4938"/>
            </a:avLst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4892040"/>
            <a:ext cx="73152" cy="148132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965192"/>
            <a:ext cx="10545775" cy="1335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context becomes the input to Module 3's spec. It doesn't replace the spec itself.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Scope discovery to one service boundary, not the whole repository.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 a lightweight, one-page service/dependency map as a precursor artifact.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map, and any defect pulled in, carries forward through the rest of the course.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97764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module's concept does, and doesn't, map to a command.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Dedicated Discovery Command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1463040"/>
          </a:xfrm>
          <a:prstGeom prst="roundRect">
            <a:avLst>
              <a:gd name="adj" fmla="val 6250"/>
            </a:avLst>
          </a:prstGeom>
          <a:solidFill>
            <a:srgbClr val="FCEEEE"/>
          </a:solidFill>
          <a:ln w="12700">
            <a:solidFill>
              <a:srgbClr val="C050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965960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direct equivalent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331720"/>
            <a:ext cx="10454335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Kit's command chain starts at constitution and specify. It has no built-in command for reading unfamiliar code or reconciling it against external documentation before a spec exists.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48640" y="3520440"/>
            <a:ext cx="11094415" cy="1554480"/>
          </a:xfrm>
          <a:prstGeom prst="roundRect">
            <a:avLst>
              <a:gd name="adj" fmla="val 5882"/>
            </a:avLst>
          </a:prstGeom>
          <a:solidFill>
            <a:srgbClr val="F2F5F9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703320"/>
            <a:ext cx="104543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use instead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4069080"/>
            <a:ext cx="1045433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happens through your coding agent's own MCP connections (Copilot or Claude Code), one layer below the Spec Kit CLI. The resulting context is what you hand to /speckit.specify as background when you write the spec in Module 3.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Explore: Built for This Moment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/opsx:explore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no-stakes thinking partner: reads your codebase, compares options, and sharpens a fuzzy idea into a concrete plan before any change exists.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MCP connections in place, explore can incorporate design docs and tracker context directly into its investigation.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artifacts yet: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creates no artifacts by itself: it hands off to /opsx:propose once the picture is clear.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2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command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(handled by the agent's MCP layer)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/opsx:explore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fed into the next 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Investigation only, no artifact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 for this course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Discovery happens upstream of the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Purpose-built for brownfield investigation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precedes specification, always, on a brownfield codebase.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is the connective tissue between your agent and everything outside the repo.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OpenSpec's explore command is a natural fit for this step; Spec Kit expects discovery to happen upstream of it.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2026-08-15T16:16:35Z</dcterms:created>
  <dcterms:modified xsi:type="dcterms:W3CDTF">2026-08-15T16:16:35Z</dcterms:modified>
</cp:coreProperties>
</file>