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9441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Discovery at Scale: Understanding an Existing Hierarchical Codebase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2011680" cy="0"/>
          </a:xfrm>
          <a:prstGeom prst="line">
            <a:avLst/>
          </a:prstGeom>
          <a:noFill/>
          <a:ln w="38100">
            <a:solidFill>
              <a:srgbClr val="C05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34840"/>
            <a:ext cx="101800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write a single spec, you have to understand what's already there.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You'll Learn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25880" y="150876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reading code alone doesn't scale on a large, hierarchical codebase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246888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MCP to connect an agent to design documentation and a bug/defect tracker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42900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discovery to a service boundary and produce a lightweight dependency map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Code Alone Doesn't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148132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1054577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50-100 microservice hierarchical estate can't be understood by reading files one at a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46120"/>
            <a:ext cx="73152" cy="148132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19272"/>
            <a:ext cx="1054577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decisions, inconsistent conventions across services, and years of incremental change hide the "why" behind the "what."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892040"/>
            <a:ext cx="73152" cy="148132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965192"/>
            <a:ext cx="1054577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spec against code you don't understand just encodes your misunderstanding into the spec.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MCP-Connected Discovery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148132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1054577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connects your coding agent to systems outside the codebase: wikis, architecture docs, prior specs, and the bug/defect tracker.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46120"/>
            <a:ext cx="73152" cy="148132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19272"/>
            <a:ext cx="1054577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reconstructs a service's architecture and responsibilities from documentation plus code, and can pull in known open defects.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892040"/>
            <a:ext cx="73152" cy="148132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965192"/>
            <a:ext cx="1054577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context becomes the input to Module 3's spec, it doesn't replace the spec itself.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1800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 discovery to one service boundary, not the whole repository.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233A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017520"/>
            <a:ext cx="1054577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lightweight, one-page service/dependency map as a precursor artifact.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233A6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86200"/>
            <a:ext cx="1054577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map, and any defect pulled in, carries forward through the rest of the course.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4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THIS WITH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Spec Kit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977640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module's concept does, and doesn't, map to a command.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Dedicated Discovery Command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FCEEEE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equivalent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Kit's command chain starts at constitution and specify. It has no built-in command for reading unfamiliar code or reconciling it against external documentation before a spec exists.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1094415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0332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use instead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069080"/>
            <a:ext cx="104543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happens through your coding agent's own MCP connections (Copilot or Claude Code), one layer below the Spec Kit CLI. The resulting context is what you hand to /speckit.specify as background when you write the spec in Module 3.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THIS WITH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OpenSpec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Explore: Built for This Moment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9132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913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/opsx:explore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764792"/>
            <a:ext cx="75739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no-stakes thinking partner: reads your codebase, compares options, and sharpens a fuzzy idea into a concrete plan before any change exists.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105457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MCP: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MCP connections in place, explore can incorporate design docs and tracker context directly into its investigation.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45736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18888"/>
            <a:ext cx="105457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artifacts yet: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creates no artifacts by itself: it hands off to /opsx:propose once the picture is clear.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 at a Glance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75608"/>
                <a:gridCol w="4175608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Spec Kit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OpenSpec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(handled by the agent's MCP layer)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/opsx:explore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fed into the next spec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 only, no artifact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for this course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happens upstream of the CLI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Purpose-built for brownfield investigation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precedes specification, always, on a brownfield codebase.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9992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the connective tissue between your agent and everything outside the repo.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3708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OpenSpec's explore command is a natural fit for this step; Spec Kit expects discovery to happen upstream of it.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 w="15875">
            <a:solidFill>
              <a:srgbClr val="C05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10312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2514600"/>
            <a:ext cx="1018001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 MCP server to your project's design documentation and bug/defect tracker. Have the agent reconstruct your project's architecture from documentation plus code, pull in one open defect, and produce a one-page service/dependency map to carry forward.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3: Establishing Governance and Writing a Clarified Specification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2026-08-15T10:31:57Z</dcterms:created>
  <dcterms:modified xsi:type="dcterms:W3CDTF">2026-08-15T10:31:57Z</dcterms:modified>
</cp:coreProperties>
</file>