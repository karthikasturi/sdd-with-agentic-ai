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Reviewing, Validating, and Maintaining Agent Output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catch what they're built to catch, not everything.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human-in-the-loop review even after automated gates pass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hallucinations, unsafe changes, and weak assumptions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spec drift and keep documentation in sync with the codebase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Human-in-the-Loop Still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Confident-looking output can still contain hallucinations, unsafe changes, or assumptions that were never actually verified.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systems warrant extra scrutiny beyond what any automated gate applies by default.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CURRENT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Managing Spec Drift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spec, constitution, or instruction file that no longer matches the code stops being trustworthy documentation.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them in sync is what makes them a usable audit trail later, not just a snapshot of intent at one point in time.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riskiest changes are the ones that look done.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output and correct output are not the same thing.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them is exactly what human review exists to catch.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Keeping Specs and Constitution Current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/speckit.analyze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after implementation as an extra review pass, not just before, to catch drift between what was built and what was specified.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gap: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review surfaces a gap, update the constitution or the spec directly (via /speckit.specify or another /speckit.clarify pass) rather than letting the code silently diverge from them.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5253228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253228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/speckit.converge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4818888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Assesses the codebase against the feature's spec, plan, and tasks and appends any missed work as new tasks. Append-only: it never edits or deletes code directly.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14255" y="4837176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FFF2CC"/>
          </a:solidFill>
          <a:ln/>
        </p:spPr>
      </p:sp>
      <p:sp>
        <p:nvSpPr>
          <p:cNvPr id="16" name="Text 14"/>
          <p:cNvSpPr/>
          <p:nvPr/>
        </p:nvSpPr>
        <p:spPr>
          <a:xfrm>
            <a:off x="9814255" y="48371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6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NEWER IN TOOLKIT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Verify and Update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/opsx:verify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implementation against the change's artifacts across Completeness, Correctness, and Coherence. Reports CRITICAL, WARNING, or SUGGESTION issues.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/opsx:update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artifacts coherent when something changes: revise one and it reconciles the others, the drift problem handled directly.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6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Post-implementation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Re-run /speckit.analyze; update constitution/spec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/opsx:verify (Completeness/Correctness/Coherence)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Keeping artifacts in sync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constitution, spec, or clarify answers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/opsx:update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goal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what got built still matches what was decided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every gate is not the same as being correct.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exist to answer the same question after code lands: does it still match what was decided?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documentation current is what makes it worth trusting.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2026-08-15T17:17:10Z</dcterms:created>
  <dcterms:modified xsi:type="dcterms:W3CDTF">2026-08-15T17:17:10Z</dcterms:modified>
</cp:coreProperties>
</file>