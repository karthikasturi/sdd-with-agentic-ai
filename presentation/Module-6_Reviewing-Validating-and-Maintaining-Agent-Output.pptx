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Reviewing, Validating, and Maintaining Agent Output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548640" y="4206240"/>
            <a:ext cx="2011680" cy="0"/>
          </a:xfrm>
          <a:prstGeom prst="line">
            <a:avLst/>
          </a:prstGeom>
          <a:noFill/>
          <a:ln w="38100">
            <a:solidFill>
              <a:srgbClr val="C050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434840"/>
            <a:ext cx="1018001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gates catch what they're built to catch, not everything.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You'll Learn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25880" y="150876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human-in-the-loop review even after automated gates pass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02920" cy="50292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246888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hallucinations, unsafe changes, and weak assumptions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42900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spec drift and keep documentation in sync with the codebase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GATES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Human-in-the-Loop Still Matters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230428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Confident-looking output can still contain hallucinations, unsafe changes, or assumptions that were never actually verified.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69080"/>
            <a:ext cx="73152" cy="230428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4223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systems warrant extra scrutiny beyond what any automated gate applies by default.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STAYING CURRENT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Managing Spec Drift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230428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spec, constitution, or instruction file that no longer matches the code stops being trustworthy documentation.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69080"/>
            <a:ext cx="73152" cy="230428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4223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them in sync is what makes them a usable audit trail later, not just a snapshot of intent at one point in time.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1800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riskiest changes are the ones that look done.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01752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 output and correct output are not the same thing.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88620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them is exactly what human review exists to catch.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THIS WITH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GitHub Spec Kit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Converge: Confirm Nothing Was Missed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64792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analyze: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/speckit.analyze can be re-run after implementation as an extra review pass, not just before.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3726180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726180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/speckit.converge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40480" y="3291840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Assesses the codebase against the feature's spec, plan, and tasks. Append-only: it never edits or deletes code.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4745736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818888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"Converged" (clean) or appends missed work as new tasks. Run implement again and repeat until clean.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THIS WITH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OpenSpec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Verify and Update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99132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913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/opsx:verify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1764792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implementation against the change's artifacts across Completeness, Correctness, and Coherence. Reports CRITICAL, WARNING, or SUGGESTION issues.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3726180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726180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/opsx:update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40480" y="3291840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artifacts coherent when something changes: revise one and it reconciles the others, the drift problem handled directly.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6 at a Glance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75608"/>
                <a:gridCol w="4175608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Spec Kit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Post-implementation review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/speckit.converge (append-only, iterative)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/opsx:verify (Completeness/Correctness/Coherence)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Keeping artifacts in sync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Re-run /speckit.analyze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/opsx:update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goal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 what got built still matches what was decided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276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every gate is not the same as being correct.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9992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7889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 and verify exist for the same reason: implementation drifts from intent, and someone has to check.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3708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documentation current is what makes it worth trusting.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4615"/>
            </a:avLst>
          </a:prstGeom>
          <a:solidFill>
            <a:srgbClr val="F2F5F9"/>
          </a:solidFill>
          <a:ln w="15875">
            <a:solidFill>
              <a:srgbClr val="C050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5840" y="210312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NEXT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2514600"/>
            <a:ext cx="1018001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 set of intentionally flawed agent-generated changes against their source spec to practice spotting planted issues. Then apply the same lens to your own Module-5 implementation, and update your project's spec, constitution, or instruction files to close any gap you find.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448056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Module 7: Multi-Agent Workflows and Team Adoption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2026-08-15T10:31:57Z</dcterms:created>
  <dcterms:modified xsi:type="dcterms:W3CDTF">2026-08-15T10:31:57Z</dcterms:modified>
</cp:coreProperties>
</file>