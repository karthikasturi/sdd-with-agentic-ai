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Clarified Spec to Reviewable Plan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what-and-why spec into a reviewable how, before any code changes.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clarified spec into a technical plan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plan/preview mode to review before any files change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plan into small, independently verifiable tasks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SPEC TO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Implementation Detail Belongs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where architecture choices, constraints, and non-functional requirements belong, keeping that detail out of the spec so the spec stays readable and stable.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bridge between what and why (the spec) and how (the code), which is why reviewing the plan carefully matters just as much as reviewing the spec did.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Plan/Preview Mode and Task Decomposition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reviewable plan is produced before any file changes are made: a deliberate checkpoint that exists specifically so mistakes get caught on paper, not in a diff.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reviews and edits the plan, including disagreeing with an architecture or scope decision, before an agent touches code, so disagreements are resolved while they're still cheap to resolve.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approved plan into small, independently verifiable, agent-executable tasks. Each task should map back to a specific requirement, so it's obvious which requirement a failing task actually threatens.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 you didn't review is a decision you already made.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architecture and scope choice in the plan becomes real the moment implement runs, so silence during plan review isn't neutral, it's implicit approval of everything in the plan.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a disagreement here costs a conversation. Catching it after implementation costs a rewrite, which is the entire reason this checkpoint exists before any code is touched.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Plan, Then Tasks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/speckit.plan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design artifacts from the spec, given tech stack, architecture, and constraints as arguments, so the same spec can produce different plans depending on the stack a team actually uses.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/speckit.tasks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dependency-ordered tasks.md: Setup, Foundational, one phase per user story, and a final Polish phase. Tasks are marked for parallel execution where possible, so independent work doesn't have to wait in a single queue.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and Tasks, Together or Staged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 is the plan equivalent, "the how: technical approach and architecture decisions," generated alongside the proposal, so the plan and the proposal are written and reviewed as one connected pair.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tasks.md, an implementation checklist with checkboxes, is generated in the same step by default, which keeps the plan and its breakdown from drifting apart the way a separately-written task list sometimes does.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/opsx:continue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one artifact at a time for teams that want to review each before the next is generated, instead of the default all-at-once /opsx:propose or /opsx:ff, giving cautious teams the same staged checkpoints Spec Kit gets from separate commands.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4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/speckit.plan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design.md (part of propose/ff)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/speckit.tasks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tasks.md (same step as design)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Staged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Natural: each command is a checkpoint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/opsx:continue, one artifact at a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you haven't reviewed is a plan you're implicitly approving, whether or not that was your intent.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are easier to verify and easier to isolate when something breaks, which shortens the distance from failure to fix.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support staged review: Spec Kit through separate commands, OpenSpec through /opsx:continue, so a cautious team isn't locked out of either tool.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2026-08-15T17:56:13Z</dcterms:created>
  <dcterms:modified xsi:type="dcterms:W3CDTF">2026-08-15T17:56:13Z</dcterms:modified>
</cp:coreProperties>
</file>