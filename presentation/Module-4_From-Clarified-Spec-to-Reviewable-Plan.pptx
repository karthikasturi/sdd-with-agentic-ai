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Clarified Spec to Reviewable Plan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what-and-why spec into a reviewable how, before any code changes.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a clarified spec into a technical plan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plan/preview mode to review before any files change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plan into small, independently verifiable tasks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SPEC TO PLAN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Implementation Detail Belongs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where architecture choices, constraints, and non-functional requirements belong.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bridge between what and why (the spec) and how (the code).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Plan/Preview Mode and Task Decomposition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reviewable plan is produced before any file changes are made: a deliberate checkpoint.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reviews and edits the plan, including disagreeing with an architecture or scope decision, before an agent touches code.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approved plan into small, independently verifiable, agent-executable tasks. Each task should map back to a specific requirement.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 you didn't review is a decision you already made.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architecture and scope choice in the plan becomes real the moment implement runs.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a disagreement here costs a conversation. Catching it after implementation costs a rewrite.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Plan, Then Tasks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/speckit.plan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design artifacts from the spec, given tech stack, architecture, and constraints as arguments.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/speckit.tasks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dependency-ordered tasks.md: Setup, Foundational, one phase per user story, and a final Polish phase. Tasks are marked for parallel execution where possible.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and Tasks, Together or Staged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design.md is the plan equivalent, "the how: technical approach and architecture decisions," generated alongside the proposal.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tasks: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tasks.md, an implementation checklist with checkboxes, is generated in the same step by default.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5253228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5253228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/opsx:continue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4818888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one artifact at a time for teams that want to review each before the next is generated, instead of the default all-at-once /opsx:propose or /opsx:ff.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4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/speckit.plan (separate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design.md (part of propose/ff)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/speckit.tasks (separate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tasks.md (same step as design)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Staged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Natural: each command is a checkpoint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/opsx:continue, one artifact at a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you haven't reviewed is a plan you're implicitly approving.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tasks are easier to verify and easier to isolate when something breaks.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frameworks support staged review: Spec Kit through separate commands, OpenSpec through /opsx:continue.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2026-08-15T17:17:10Z</dcterms:created>
  <dcterms:modified xsi:type="dcterms:W3CDTF">2026-08-15T17:17:10Z</dcterms:modified>
</cp:coreProperties>
</file>