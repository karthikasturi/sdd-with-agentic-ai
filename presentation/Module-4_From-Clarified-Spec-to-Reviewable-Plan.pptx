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94415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Clarified Spec to Reviewable Plan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48640" y="4206240"/>
            <a:ext cx="2011680" cy="0"/>
          </a:xfrm>
          <a:prstGeom prst="line">
            <a:avLst/>
          </a:prstGeom>
          <a:noFill/>
          <a:ln w="38100">
            <a:solidFill>
              <a:srgbClr val="C050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434840"/>
            <a:ext cx="1018001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what-and-why spec into a reviewable how, before any code changes.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You'll Learn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25880" y="1508760"/>
            <a:ext cx="10317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a clarified spec into a technical plan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2468880"/>
            <a:ext cx="10317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plan/preview mode to review before any files change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3429000"/>
            <a:ext cx="10317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a plan into small, independently verifiable tasks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SPEC TO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Implementation Detail Belongs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304288"/>
          </a:xfrm>
          <a:prstGeom prst="roundRect">
            <a:avLst>
              <a:gd name="adj" fmla="val 3175"/>
            </a:avLst>
          </a:prstGeom>
          <a:solidFill>
            <a:srgbClr val="F2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73152" cy="230428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73352"/>
            <a:ext cx="10545775" cy="2157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is where architecture choices, constraints, and non-functional requirements belong.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069080"/>
            <a:ext cx="11094415" cy="2304288"/>
          </a:xfrm>
          <a:prstGeom prst="roundRect">
            <a:avLst>
              <a:gd name="adj" fmla="val 3175"/>
            </a:avLst>
          </a:prstGeom>
          <a:solidFill>
            <a:srgbClr val="F2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069080"/>
            <a:ext cx="73152" cy="2304288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142232"/>
            <a:ext cx="10545775" cy="2157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bridge between what and why (the spec) and how (the code).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BEFORE CODE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Plan/Preview Mode and Task Decomposition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1481328"/>
          </a:xfrm>
          <a:prstGeom prst="roundRect">
            <a:avLst>
              <a:gd name="adj" fmla="val 4938"/>
            </a:avLst>
          </a:prstGeom>
          <a:solidFill>
            <a:srgbClr val="F2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73152" cy="148132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73352"/>
            <a:ext cx="10545775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reviewable plan is produced before any file changes are made: a deliberate checkpoint.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1094415" cy="1481328"/>
          </a:xfrm>
          <a:prstGeom prst="roundRect">
            <a:avLst>
              <a:gd name="adj" fmla="val 4938"/>
            </a:avLst>
          </a:prstGeom>
          <a:solidFill>
            <a:srgbClr val="F2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246120"/>
            <a:ext cx="73152" cy="1481328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19272"/>
            <a:ext cx="10545775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reviews and edits the plan, including disagreeing with an architecture or scope decision, before an agent touches code.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1094415" cy="1481328"/>
          </a:xfrm>
          <a:prstGeom prst="roundRect">
            <a:avLst>
              <a:gd name="adj" fmla="val 4938"/>
            </a:avLst>
          </a:prstGeom>
          <a:solidFill>
            <a:srgbClr val="F2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4892040"/>
            <a:ext cx="73152" cy="148132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965192"/>
            <a:ext cx="10545775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approved plan into small, independently verifiable, agent-executable tasks. Each task should map back to a specific requirement.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18001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plan you didn't review is a decision you already made.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233A6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017520"/>
            <a:ext cx="1054577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architecture and scope choice in the plan becomes real the moment implement runs.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233A6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886200"/>
            <a:ext cx="1054577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a disagreement here costs a conversation. Catching it after implementation costs a rewrite.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74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688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THIS WITH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944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 Spec Kit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KIT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Plan, Then Tasks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99132"/>
            <a:ext cx="2834640" cy="402336"/>
          </a:xfrm>
          <a:prstGeom prst="roundRect">
            <a:avLst>
              <a:gd name="adj" fmla="val 13636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913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/speckit.plan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1764792"/>
            <a:ext cx="7573975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design artifacts from the spec, given tech stack, architecture, and constraints as arguments.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218688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726180"/>
            <a:ext cx="2834640" cy="402336"/>
          </a:xfrm>
          <a:prstGeom prst="roundRect">
            <a:avLst>
              <a:gd name="adj" fmla="val 13636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72618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/speckit.tasks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3291840"/>
            <a:ext cx="7573975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dependency-ordered tasks.md: Setup, Foundational, one phase per user story, and a final Polish phase. Tasks are marked for parallel execution where possible.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688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THIS WITH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944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OpenSpec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and Tasks, Together or Staged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64792"/>
            <a:ext cx="10545775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plan: </a:t>
            </a:r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design.md is the plan equivalent, "the how: technical approach and architecture decisions," generated alongside the proposal.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18688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91840"/>
            <a:ext cx="10545775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tasks: </a:t>
            </a:r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tasks.md, an implementation checklist with checkboxes, is generated in the same step by default.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745736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5253228"/>
            <a:ext cx="2834640" cy="402336"/>
          </a:xfrm>
          <a:prstGeom prst="roundRect">
            <a:avLst>
              <a:gd name="adj" fmla="val 13636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25322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/opsx:continue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4818888"/>
            <a:ext cx="7573975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one artifact at a time for teams that want to review each before the next is generated, instead of the default all-at-once /opsx:propose or /opsx:ff.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4 at a Glance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75608"/>
                <a:gridCol w="4175608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Spec Kit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OpenSpec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/speckit.plan (separate command)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design.md (part of propose/ff)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/speckit.tasks (separate command)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tasks.md (same step as design)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Staged 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Natural: each command is a checkpoint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/opsx:continue, one artifact at a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27632"/>
            <a:ext cx="128016" cy="128016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17320"/>
            <a:ext cx="107286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 you haven't reviewed is a plan you're implicitly approving.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999232"/>
            <a:ext cx="128016" cy="128016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88920"/>
            <a:ext cx="107286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tasks are easier to verify and easier to isolate when something breaks.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370832"/>
            <a:ext cx="128016" cy="128016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107286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frameworks support staged review: Spec Kit through separate commands, OpenSpec through /opsx:continue.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2026-08-15T16:16:35Z</dcterms:created>
  <dcterms:modified xsi:type="dcterms:W3CDTF">2026-08-15T16:16:35Z</dcterms:modified>
</cp:coreProperties>
</file>