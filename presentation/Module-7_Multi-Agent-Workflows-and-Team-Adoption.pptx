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4008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6400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441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828800"/>
            <a:ext cx="11094415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Multi-Agent Workflows and Team Adoption</a:t>
            </a:r>
            <a:endParaRPr lang="en-US" sz="4400" dirty="0"/>
          </a:p>
        </p:txBody>
      </p:sp>
      <p:sp>
        <p:nvSpPr>
          <p:cNvPr id="7" name="Shape 5"/>
          <p:cNvSpPr/>
          <p:nvPr/>
        </p:nvSpPr>
        <p:spPr>
          <a:xfrm>
            <a:off x="548640" y="4206240"/>
            <a:ext cx="2011680" cy="0"/>
          </a:xfrm>
          <a:prstGeom prst="line">
            <a:avLst/>
          </a:prstGeom>
          <a:noFill/>
          <a:ln w="38100">
            <a:solidFill>
              <a:srgbClr val="C050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4434840"/>
            <a:ext cx="1018001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Coordinating parallel work, and keeping an audit trail across teams and toolchains.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You'll Learn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5544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325880" y="150876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multiple agents or subagents across a task graph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02920" cy="502920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514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325880" y="246888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when to parallelize versus sequence work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2E74B5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325880" y="3429000"/>
            <a:ext cx="1031717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repository conventions and governance across teams and toolchains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Parallelize or Sequence?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work parallelizes cleanly: independent services, independent tasks. Some doesn't: shared state, sequential dependencies.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Delegating a focused sub-task to a second agent instance works best when the boundary is clear and the output is easy to review on its own.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050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TEAM SCALE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Conventions and Governance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600200"/>
            <a:ext cx="73152" cy="2304288"/>
          </a:xfrm>
          <a:prstGeom prst="rect">
            <a:avLst/>
          </a:prstGeom>
          <a:solidFill>
            <a:srgbClr val="2E74B5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7335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specs/ subdirectory per service, with specs linked to issues and pull requests.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4069080"/>
            <a:ext cx="11094415" cy="2304288"/>
          </a:xfrm>
          <a:prstGeom prst="roundRect">
            <a:avLst>
              <a:gd name="adj" fmla="val 3175"/>
            </a:avLst>
          </a:prstGeom>
          <a:solidFill>
            <a:srgbClr val="F2F5F9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4069080"/>
            <a:ext cx="73152" cy="2304288"/>
          </a:xfrm>
          <a:prstGeom prst="rect">
            <a:avLst/>
          </a:prstGeom>
          <a:solidFill>
            <a:srgbClr val="C0504D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142232"/>
            <a:ext cx="10545775" cy="21579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 agent actions before execution, managing secrets and permissions, and keeping an audit trail that holds up across teams using different toolchains.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10180015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Uncoordinated parallel agents create their own kind of chaos.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301752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301752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 editing overlapping code without visibility into each other produce conflicts no single review catches early.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11094415" cy="713232"/>
          </a:xfrm>
          <a:prstGeom prst="roundRect">
            <a:avLst>
              <a:gd name="adj" fmla="val 10256"/>
            </a:avLst>
          </a:prstGeom>
          <a:solidFill>
            <a:srgbClr val="233A6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886200"/>
            <a:ext cx="10545775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audit trail only works if every agent's actions were reviewable in the first place.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E74B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GitHub Spec Kit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2E74B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Workflows: Explicit Orchestration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specify workflow run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YAML-defined workflows chain commands, prompts, and shell steps into repeatable sequences, with gate steps for human checkpoints.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primitive: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fan-out and fan-in step types dispatch a step across a list of items and aggregate the results: a direct primitive for coordinating parallel agent work across a task graph.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 persists state (state.json, log.jsonl) and can pause and resume from the exact point of interruption, doubling as an audit trail.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72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46888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rgbClr val="D8E6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THIS WITH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2834640"/>
            <a:ext cx="11094415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OpenSpec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977640"/>
            <a:ext cx="972281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partial fit: some of this module's concept maps, some doesn't.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Bulk-Archive, Not Orchestration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199132"/>
            <a:ext cx="2834640" cy="402336"/>
          </a:xfrm>
          <a:prstGeom prst="roundRect">
            <a:avLst>
              <a:gd name="adj" fmla="val 13636"/>
            </a:avLst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199132"/>
            <a:ext cx="2834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FE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/opsx:bulk-archive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1764792"/>
            <a:ext cx="75739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Coordinates multiple parallel change streams at once, detecting and resolving spec conflicts between them by checking what's actually implemented.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48640" y="3218688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291840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knowing: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OpenSpec's beta "Stores" feature extends planning across multiple repos or teams, for organizations working past a single-repo scope.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4745736"/>
            <a:ext cx="11094415" cy="1417320"/>
          </a:xfrm>
          <a:prstGeom prst="roundRect">
            <a:avLst>
              <a:gd name="adj" fmla="val 5161"/>
            </a:avLst>
          </a:prstGeom>
          <a:solidFill>
            <a:srgbClr val="F2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4818888"/>
            <a:ext cx="10545775" cy="1271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distinction: </a:t>
            </a:r>
            <a:pPr indent="0" marL="0">
              <a:buNone/>
            </a:pPr>
            <a:r>
              <a:rPr lang="en-US" sz="14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agent-to-agent delegation is a capability of the underlying coding agent (Claude Code subagents, Copilot Fleet mode), not a feature either SDD framework owns directly.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441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Module 7 at a Glance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75608"/>
                <a:gridCol w="4175608"/>
              </a:tblGrid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Spec Kit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4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OpenSpec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Orchestration primitives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fan-out / fan-in, gates, resumable state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 (conflict-aware bulk archiving only)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Multi-stream support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 YAML with conditional logic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/opsx:bulk-archive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delegation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framework-owned (agent capability)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2A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framework-owned (agent capability)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1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Key Takeaways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276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4173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 is a property of the work, not a default setting.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9992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7889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Kit's workflow engine gives you explicit orchestration primitives; OpenSpec's support is lighter-weight.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4370832"/>
            <a:ext cx="128016" cy="128016"/>
          </a:xfrm>
          <a:prstGeom prst="ellipse">
            <a:avLst/>
          </a:prstGeom>
          <a:solidFill>
            <a:srgbClr val="C0504D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4160520"/>
            <a:ext cx="10728655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E4EC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Delegation to a second agent is your coding agent's job, not the SDD framework's.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7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156655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A3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Spec-Driven Development with Agentic AI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2026-08-15T16:16:35Z</dcterms:created>
  <dcterms:modified xsi:type="dcterms:W3CDTF">2026-08-15T16:16:35Z</dcterms:modified>
</cp:coreProperties>
</file>