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Multi-Agent Workflows and Team Adoption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Coordinating parallel work, and keeping an audit trail across teams and toolchains.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multiple agents or subagents across a task graph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when to parallelize versus sequence work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repository conventions and governance across teams and toolchains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Parallelize or Sequence?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work parallelizes cleanly: independent services, independent tasks. Some doesn't: shared state, sequential dependencies.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Delegating a focused sub-task to a second agent instance works best when the boundary is clear and the output is easy to review on its own.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TEAM SCALE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Conventions and Governance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specs/ subdirectory per service, with specs linked to issues and pull requests.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Reviewing agent actions before execution, managing secrets and permissions, and keeping an audit trail that holds up across teams using different toolchains.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Uncoordinated parallel agents create their own kind of chaos.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 editing overlapping code without visibility into each other produce conflicts no single review catches early.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trail only works if every agent's actions were reviewable in the first place.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Workflows: Explicit Orchestration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specify workflow run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YAML-defined workflows chain commands, prompts, and shell steps into repeatable sequences, with gate steps for human checkpoints.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primitive: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and fan-in step types dispatch a step across a list of items and aggregate the results: a direct primitive for coordinating parallel agent work across a task graph.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persists state (state.json, log.jsonl) and can pause and resume from the exact point of interruption, doubling as an audit trail.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Bulk-Archive, Not Orchestration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/opsx:bulk-archive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multiple parallel change streams at once, detecting and resolving spec conflicts between them by checking what's actually implemented.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knowing: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OpenSpec's beta "Stores" feature extends planning across multiple repos or teams, for organizations working past a single-repo scope.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distinction: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agent-to-agent delegation is a capability of the underlying coding agent (Claude Code subagents, Copilot Fleet mode), not a feature either SDD framework owns directly.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7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primitives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fan-out / fan-in, gates, resumable state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(conflict-aware bulk archiving only)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Multi-stream support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YAML with conditional logic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/opsx:bulk-archive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delegation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framework-owned (agent capability)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framework-owned (agent capability)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 is a property of the work, not a default setting.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Kit's workflow engine gives you explicit orchestration primitives; OpenSpec's support is lighter-weight.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Delegation to a second agent is your coding agent's job, not the SDD framework's.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2026-08-15T17:17:10Z</dcterms:created>
  <dcterms:modified xsi:type="dcterms:W3CDTF">2026-08-15T17:17:10Z</dcterms:modified>
</cp:coreProperties>
</file>